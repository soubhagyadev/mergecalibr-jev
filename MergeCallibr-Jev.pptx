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68952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MergeCallibr-Jev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563640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Intelligent Pull Request Triage — powered by probabilistic AI risk evaluation.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22387"/>
            <a:ext cx="6296860" cy="1578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Problem: AI Accelerates Code Faster Than We Can Review It</a:t>
            </a:r>
            <a:endParaRPr lang="en-US" sz="33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2325390"/>
            <a:ext cx="6296860" cy="123676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96879" y="2512715"/>
            <a:ext cx="5846021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More PRs, More Complexity</a:t>
            </a:r>
            <a:endParaRPr lang="en-US" sz="1650" dirty="0"/>
          </a:p>
        </p:txBody>
      </p:sp>
      <p:sp>
        <p:nvSpPr>
          <p:cNvPr id="6" name="Text 2"/>
          <p:cNvSpPr/>
          <p:nvPr/>
        </p:nvSpPr>
        <p:spPr>
          <a:xfrm>
            <a:off x="5496879" y="2865636"/>
            <a:ext cx="5846021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AI-generated code floods repositories with more PRs than review pipelines were designed to handle.</a:t>
            </a:r>
            <a:endParaRPr lang="en-US" sz="13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712071"/>
            <a:ext cx="6296860" cy="123676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496879" y="3899396"/>
            <a:ext cx="5846021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Reviewer Fatigue</a:t>
            </a:r>
            <a:endParaRPr lang="en-US" sz="1650" dirty="0"/>
          </a:p>
        </p:txBody>
      </p:sp>
      <p:sp>
        <p:nvSpPr>
          <p:cNvPr id="9" name="Text 4"/>
          <p:cNvSpPr/>
          <p:nvPr/>
        </p:nvSpPr>
        <p:spPr>
          <a:xfrm>
            <a:off x="5496879" y="4252317"/>
            <a:ext cx="5846021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Large, complex PRs demand substantial cognitive effort — burning out the engineers who matter most.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5098752"/>
            <a:ext cx="6296860" cy="123676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496879" y="5286077"/>
            <a:ext cx="5846021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Wasted Scrutiny</a:t>
            </a:r>
            <a:endParaRPr lang="en-US" sz="1650" dirty="0"/>
          </a:p>
        </p:txBody>
      </p:sp>
      <p:sp>
        <p:nvSpPr>
          <p:cNvPr id="12" name="Text 6"/>
          <p:cNvSpPr/>
          <p:nvPr/>
        </p:nvSpPr>
        <p:spPr>
          <a:xfrm>
            <a:off x="5496879" y="5638998"/>
            <a:ext cx="5846021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Low-risk changes receive the same rigorous attention as high-risk ones. Every PR is treated as a potential threat.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473002"/>
            <a:ext cx="6903269" cy="391189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32251" y="832545"/>
            <a:ext cx="350421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Bottleneck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8032251" y="1612205"/>
            <a:ext cx="350421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Human attention is the scarcest resource in software delivery — and today it's spread too thin.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8032251" y="2689523"/>
            <a:ext cx="3504219" cy="3458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High review effort: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developers spend significant time understanding changes before they can even assess safety.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Velocity blocked: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 verification burden slows every merge cycle, regardless of actual risk.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No differentiation: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human attention is spread equally across all PRs — a trivial typo fix and a security-critical refactor get identical treatment.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8255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Our Solution: Probabilistic PR Triage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356682" y="2651224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Route pull requests by </a:t>
            </a:r>
            <a:pPr algn="ctr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actual threat level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not blanket review.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3166269"/>
            <a:ext cx="3496877" cy="2009080"/>
          </a:xfrm>
          <a:prstGeom prst="roundRect">
            <a:avLst>
              <a:gd name="adj" fmla="val 395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6832" y="3361630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Understand Automatically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56832" y="3770313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Reads repository context and code changes to build a full picture of what each PR actually does.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347359" y="3166269"/>
            <a:ext cx="3496877" cy="2009080"/>
          </a:xfrm>
          <a:prstGeom prst="roundRect">
            <a:avLst>
              <a:gd name="adj" fmla="val 395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42716" y="3361630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Evaluate Risk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4542716" y="3770313"/>
            <a:ext cx="310616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Scores security, regression, breaking change, complexity, and subsystem impact — with typed, probabilistic outputs.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033244" y="3166269"/>
            <a:ext cx="3496877" cy="2009080"/>
          </a:xfrm>
          <a:prstGeom prst="roundRect">
            <a:avLst>
              <a:gd name="adj" fmla="val 395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8600" y="3361630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Route Intelligently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8228600" y="3770313"/>
            <a:ext cx="310616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Deterministic verdict: no review needed, needs review, or high risk. Human attention goes exactly where it matters.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6894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How MergeCallibr-Jev Works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4903" y="1737618"/>
            <a:ext cx="9761789" cy="35338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31494" y="4408874"/>
            <a:ext cx="2445424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Verdict Route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1931494" y="3343729"/>
            <a:ext cx="2445424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Jev Evaluate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931494" y="2267716"/>
            <a:ext cx="2445424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DeepSeek Read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61475" y="5484118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stage is purpose-built: DeepSeek provides deep code comprehension, Jev enforces typed decision primitives with probabilistic confidence scores, and the verdict is always deterministic and actionable.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Decision Engine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09538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Jev returns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typed decisions and probabilities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not free-form explanations. Every verdict is structured, auditable, and consistent.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661475" y="3332857"/>
            <a:ext cx="2635879" cy="911622"/>
          </a:xfrm>
          <a:prstGeom prst="roundRect">
            <a:avLst>
              <a:gd name="adj" fmla="val 4354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C7C7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628" y="3440013"/>
            <a:ext cx="2421571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No Review Required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628" y="3641229"/>
            <a:ext cx="2421571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Security Risk: </a:t>
            </a:r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0.12</a:t>
            </a:r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| Regression Risk: </a:t>
            </a:r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0.18</a:t>
            </a:r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| Confidence: </a:t>
            </a:r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0.93</a:t>
            </a:r>
            <a:endParaRPr lang="en-US" sz="7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 scores across all dimensions — safe to merge automatically.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3344580" y="3332857"/>
            <a:ext cx="2635978" cy="911622"/>
          </a:xfrm>
          <a:prstGeom prst="roundRect">
            <a:avLst>
              <a:gd name="adj" fmla="val 4354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C7C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51734" y="3440013"/>
            <a:ext cx="2421671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🔴</a:t>
            </a:r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Human Review Required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51734" y="3641229"/>
            <a:ext cx="2421671" cy="382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Security Risk: </a:t>
            </a:r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0.88</a:t>
            </a:r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| Confidence: </a:t>
            </a:r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0.94</a:t>
            </a:r>
            <a:endParaRPr lang="en-US" sz="7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Elevated security signal with high confidence — routed immediately to a human reviewer.</a:t>
            </a:r>
            <a:endParaRPr lang="en-US" sz="7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487" y="1129109"/>
            <a:ext cx="5319083" cy="53192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41437"/>
            <a:ext cx="6296860" cy="1015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Before: Every PR Gets Full Scrutiny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661475" y="1765995"/>
            <a:ext cx="6296860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Without triage, the review pipeline is a single-speed machine — every PR processed the same way, regardless of risk.</a:t>
            </a:r>
            <a:endParaRPr lang="en-US" sz="12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2406154"/>
            <a:ext cx="812184" cy="97462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13157" y="2568575"/>
            <a:ext cx="5345177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 Opened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1613157" y="2906117"/>
            <a:ext cx="5345177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Any change, any size, any risk level</a:t>
            </a:r>
            <a:endParaRPr lang="en-US" sz="12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380780"/>
            <a:ext cx="812184" cy="97462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613157" y="3543201"/>
            <a:ext cx="5345177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Human Reviewer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1613157" y="3880743"/>
            <a:ext cx="5345177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Manually reads, understands, assesses</a:t>
            </a:r>
            <a:endParaRPr lang="en-US" sz="12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4355405"/>
            <a:ext cx="812184" cy="97462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613157" y="4517827"/>
            <a:ext cx="5345177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Decision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1613157" y="4855369"/>
            <a:ext cx="5345177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Approve or request changes — after full effort</a:t>
            </a:r>
            <a:endParaRPr lang="en-US" sz="1250" dirty="0"/>
          </a:p>
        </p:txBody>
      </p:sp>
      <p:sp>
        <p:nvSpPr>
          <p:cNvPr id="14" name="Shape 8"/>
          <p:cNvSpPr/>
          <p:nvPr/>
        </p:nvSpPr>
        <p:spPr>
          <a:xfrm>
            <a:off x="661475" y="5486995"/>
            <a:ext cx="6296860" cy="829469"/>
          </a:xfrm>
          <a:prstGeom prst="roundRect">
            <a:avLst>
              <a:gd name="adj" fmla="val 8225"/>
            </a:avLst>
          </a:prstGeom>
          <a:solidFill>
            <a:srgbClr val="FCF2B5"/>
          </a:solidFill>
          <a:ln/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892" y="5689997"/>
            <a:ext cx="202996" cy="16242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89305" y="5667077"/>
            <a:ext cx="5606612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Result: reviewer fatigue, slow triage, and inconsistent risk assessment across the team.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552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After: Smart Triage Routes Attention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580" y="1642269"/>
            <a:ext cx="5917060" cy="44475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571159" y="3773390"/>
            <a:ext cx="1079099" cy="493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Smart Triage Flow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5185422" y="4914341"/>
            <a:ext cx="1605352" cy="246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Uncertain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5185422" y="5231280"/>
            <a:ext cx="1605352" cy="394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Focused human review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421734" y="5013042"/>
            <a:ext cx="1605352" cy="246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High Risk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421734" y="5329980"/>
            <a:ext cx="1605352" cy="197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Priority human review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281645" y="1997190"/>
            <a:ext cx="1649218" cy="246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Low Risk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3281645" y="2314129"/>
            <a:ext cx="1649218" cy="394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Auto-merge with minimal attention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032251" y="1625302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New Workflow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032251" y="2109589"/>
            <a:ext cx="350421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PR flows through DeepSeek + Jev first — then gets routed automatically based on its real risk profile.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8032251" y="3186906"/>
            <a:ext cx="3504219" cy="1341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Low risk →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minimal attention, fast merge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Uncertain →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targeted human review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High risk →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priority escalation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8032251" y="4741366"/>
            <a:ext cx="3504219" cy="1341834"/>
          </a:xfrm>
          <a:prstGeom prst="roundRect">
            <a:avLst>
              <a:gd name="adj" fmla="val 5916"/>
            </a:avLst>
          </a:prstGeom>
          <a:solidFill>
            <a:srgbClr val="B6FCB8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1258" y="5028109"/>
            <a:ext cx="236234" cy="18901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646499" y="4958655"/>
            <a:ext cx="27009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Result: faster triage, consistent risk signals, developers focused on what actually matters.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33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Tech Stack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002036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710755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GitHub API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119438"/>
            <a:ext cx="53162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 ingestion, webhook integration, and merge routing directly through the GitHub platform.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2002036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3915" y="2710755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DeepSeek V4.1 Flash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213915" y="3119438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Reads full repository context and code diffs to build semantic understanding of each change.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102298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4811018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TypeSafe Jev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61475" y="5219700"/>
            <a:ext cx="53162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Typed decision primitives and probabilistic outputs — structured, auditable, consistent verdicts every time.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13915" y="4102298"/>
            <a:ext cx="472468" cy="472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13915" y="4811018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TypeScript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213915" y="5219700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End-to-end type safety from code ingestion through risk scoring to routing logic.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40742"/>
            <a:ext cx="6296860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Impact</a:t>
            </a:r>
            <a:endParaRPr lang="en-US" sz="3450" dirty="0"/>
          </a:p>
        </p:txBody>
      </p:sp>
      <p:sp>
        <p:nvSpPr>
          <p:cNvPr id="4" name="Shape 1"/>
          <p:cNvSpPr/>
          <p:nvPr/>
        </p:nvSpPr>
        <p:spPr>
          <a:xfrm>
            <a:off x="661475" y="1343620"/>
            <a:ext cx="3065386" cy="2816820"/>
          </a:xfrm>
          <a:prstGeom prst="roundRect">
            <a:avLst>
              <a:gd name="adj" fmla="val 264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45025" y="1527175"/>
            <a:ext cx="531601" cy="531614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1171" y="1673324"/>
            <a:ext cx="239210" cy="23921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45025" y="2224881"/>
            <a:ext cx="2698286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Less Unnecessary Review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845025" y="2601416"/>
            <a:ext cx="2698286" cy="1098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Low-risk PRs stop consuming senior engineering time. Cognitive load is reserved for decisions that actually require human judgment.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3892949" y="1343620"/>
            <a:ext cx="3065386" cy="2816820"/>
          </a:xfrm>
          <a:prstGeom prst="roundRect">
            <a:avLst>
              <a:gd name="adj" fmla="val 264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076499" y="1527175"/>
            <a:ext cx="531601" cy="531614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22644" y="1673324"/>
            <a:ext cx="239210" cy="23921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076499" y="2224881"/>
            <a:ext cx="2698286" cy="553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Faster Triage &amp; Merge Cycles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4076499" y="2878336"/>
            <a:ext cx="2698286" cy="1098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Automated routing eliminates the queue. PRs move at the speed their risk profile warrants — not the speed of the slowest reviewer.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661475" y="4326533"/>
            <a:ext cx="6296860" cy="1990626"/>
          </a:xfrm>
          <a:prstGeom prst="roundRect">
            <a:avLst>
              <a:gd name="adj" fmla="val 373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845025" y="4510088"/>
            <a:ext cx="531601" cy="531614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1171" y="4656237"/>
            <a:ext cx="239210" cy="23921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45025" y="5207794"/>
            <a:ext cx="5929759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Consistent, Explainable Risk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845025" y="5584329"/>
            <a:ext cx="5929759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verdict is typed, scored, and traceable. No more gut-feel reviews — just structured signals teams can trust and act on.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2026-09-27T13:19:52Z</dcterms:created>
  <dcterms:modified xsi:type="dcterms:W3CDTF">2026-09-27T13:19:52Z</dcterms:modified>
</cp:coreProperties>
</file>